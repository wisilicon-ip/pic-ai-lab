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把 NI PXI 換成自製驅動板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515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 err="1">
                <a:solidFill>
                  <a:srgbClr val="CADCDC"/>
                </a:solidFill>
                <a:latin typeface="Microsoft JhengHei"/>
                <a:ea typeface="Microsoft JhengHei"/>
              </a:rPr>
              <a:t>可編程光子晶片自動校正與後端讀出</a:t>
            </a:r>
            <a:endParaRPr sz="2200" b="0" dirty="0">
              <a:solidFill>
                <a:srgbClr val="CADCDC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A30"/>
                </a:solidFill>
                <a:latin typeface="Microsoft JhengHei"/>
                <a:ea typeface="Microsoft JhengHei"/>
              </a:rPr>
              <a:t>現況：PXI 在這個實驗裡只做兩件事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2</a:t>
            </a:r>
          </a:p>
        </p:txBody>
      </p:sp>
      <p:pic>
        <p:nvPicPr>
          <p:cNvPr id="4" name="Picture 3" descr="thesis_fig4-6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2646210"/>
          </a:xfrm>
          <a:prstGeom prst="rect">
            <a:avLst/>
          </a:prstGeom>
        </p:spPr>
      </p:pic>
      <p:pic>
        <p:nvPicPr>
          <p:cNvPr id="5" name="Picture 4" descr="setup_overview_fig46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394960" cy="28239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25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6B72"/>
                </a:solidFill>
                <a:latin typeface="Microsoft JhengHei"/>
                <a:ea typeface="Microsoft JhengHei"/>
              </a:rPr>
              <a:t>現況：碩論圖 4-6（NI PXI 加兩張 I/O card）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</a:rPr>
              <a:t>提案：Arduino 加自製驅動板，加四顆光纖快門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480060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006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0"/>
                </a:solidFill>
                <a:latin typeface="Microsoft JhengHei"/>
                <a:ea typeface="Microsoft JhengHei"/>
              </a:rPr>
              <a:t>送電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B72"/>
                </a:solidFill>
                <a:latin typeface="Microsoft JhengHei"/>
                <a:ea typeface="Microsoft JhengHei"/>
              </a:rPr>
              <a:t>48 路類比輸出給 24 個加熱器，0 到 1.7 V 一步 0.1 V；單路 10 mA，兩路並聯推一顆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466344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80559" y="480060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48006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0"/>
                </a:solidFill>
                <a:latin typeface="Microsoft JhengHei"/>
                <a:ea typeface="Microsoft JhengHei"/>
              </a:rPr>
              <a:t>讀光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53035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B72"/>
                </a:solidFill>
                <a:latin typeface="Microsoft JhengHei"/>
                <a:ea typeface="Microsoft JhengHei"/>
              </a:rPr>
              <a:t>4 路類比輸入讀光偵測器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466344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9" y="4800600"/>
            <a:ext cx="384048" cy="38404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4877208"/>
            <a:ext cx="2743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 err="1">
                <a:solidFill>
                  <a:srgbClr val="1F2A30"/>
                </a:solidFill>
                <a:latin typeface="Microsoft JhengHei"/>
                <a:ea typeface="Microsoft JhengHei"/>
              </a:rPr>
              <a:t>碩論自述的</a:t>
            </a:r>
            <a:r>
              <a:rPr lang="zh-TW" altLang="en-US" sz="1500" b="1" dirty="0">
                <a:solidFill>
                  <a:srgbClr val="1F2A30"/>
                </a:solidFill>
                <a:latin typeface="Microsoft JhengHei"/>
                <a:ea typeface="Microsoft JhengHei"/>
              </a:rPr>
              <a:t>缺</a:t>
            </a:r>
            <a:r>
              <a:rPr sz="1500" b="1" dirty="0">
                <a:solidFill>
                  <a:srgbClr val="1F2A30"/>
                </a:solidFill>
                <a:latin typeface="Microsoft JhengHei"/>
                <a:ea typeface="Microsoft JhengHei"/>
              </a:rPr>
              <a:t>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53035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B72"/>
                </a:solidFill>
                <a:latin typeface="Microsoft JhengHei"/>
                <a:ea typeface="Microsoft JhengHei"/>
              </a:rPr>
              <a:t>0.1 V 一步在 1.7 V 附近約 40°；4 線共地串擾；加熱後相位漂移（5.5 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A30"/>
                </a:solidFill>
                <a:latin typeface="Microsoft JhengHei"/>
                <a:ea typeface="Microsoft JhengHei"/>
              </a:rPr>
              <a:t>想法：四類元件就做得到，而且更細、全自動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Microsoft JhengHei"/>
                <a:ea typeface="Microsoft JhengHei"/>
              </a:rPr>
              <a:t>校正是慢慢掃電壓、讀光強、換輸入光路；不需要 PXI 的速度，需要的是解析度、電流、乾淨的地，和不用人換光纖。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468880"/>
            <a:ext cx="731520" cy="7315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30"/>
                </a:solidFill>
                <a:latin typeface="Microsoft JhengHei"/>
                <a:ea typeface="Microsoft JhengHei"/>
              </a:rPr>
              <a:t>DAC8568A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862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Microsoft JhengHei"/>
                <a:ea typeface="Microsoft JhengHei"/>
              </a:rPr>
              <a:t>16 位元、8 路，三顆共 24 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526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</a:rPr>
              <a:t>38 µV 碼距，取代 0.1 V 一步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1945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39312" y="2468880"/>
            <a:ext cx="731520" cy="7315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3383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30"/>
                </a:solidFill>
                <a:latin typeface="Microsoft JhengHei"/>
                <a:ea typeface="Microsoft JhengHei"/>
              </a:rPr>
              <a:t>TLV4112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8862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Microsoft JhengHei"/>
                <a:ea typeface="Microsoft JhengHei"/>
              </a:rPr>
              <a:t>高電流運算放大器，一路 30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526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87A00"/>
                </a:solidFill>
                <a:latin typeface="Microsoft JhengHei"/>
                <a:ea typeface="Microsoft JhengHei"/>
              </a:rPr>
              <a:t>一路推一顆加熱器，不必並聯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1945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55664" y="2468880"/>
            <a:ext cx="731520" cy="7315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383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30"/>
                </a:solidFill>
                <a:latin typeface="Microsoft JhengHei"/>
                <a:ea typeface="Microsoft JhengHei"/>
              </a:rPr>
              <a:t>ADS1115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8862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Microsoft JhengHei"/>
                <a:ea typeface="Microsoft JhengHei"/>
              </a:rPr>
              <a:t>16 位元 ADC，4 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526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</a:rPr>
              <a:t>讀 4 顆光偵測器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19456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72016" y="2468880"/>
            <a:ext cx="731520" cy="7315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6" y="3383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30"/>
                </a:solidFill>
                <a:latin typeface="Microsoft JhengHei"/>
                <a:ea typeface="Microsoft JhengHei"/>
              </a:rPr>
              <a:t>光纖快門 ×4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8862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Microsoft JhengHei"/>
                <a:ea typeface="Microsoft JhengHei"/>
              </a:rPr>
              <a:t>MEMS 1×1，保偏 1550，TTL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4526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87A00"/>
                </a:solidFill>
                <a:latin typeface="Microsoft JhengHei"/>
                <a:ea typeface="Microsoft JhengHei"/>
              </a:rPr>
              <a:t>切換輸入光路，校正全自動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30"/>
                </a:solidFill>
                <a:latin typeface="Microsoft JhengHei"/>
                <a:ea typeface="Microsoft JhengHei"/>
              </a:rPr>
              <a:t>Arduino Uno R4 當大腦，USB 接電腦；LabVIEW 換成 Python。驅動板材料約數千元，快門另詢價。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A30"/>
                </a:solidFill>
                <a:latin typeface="Microsoft JhengHei"/>
                <a:ea typeface="Microsoft JhengHei"/>
              </a:rPr>
              <a:t>做法：一條通道的電路，24 條都一樣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4</a:t>
            </a:r>
          </a:p>
        </p:txBody>
      </p:sp>
      <p:pic>
        <p:nvPicPr>
          <p:cNvPr id="4" name="Picture 3" descr="channe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98079" cy="3175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組裝順序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9451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先量一顆加熱器的電阻（碩論沒寫，估 80 Ω）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74320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57175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一顆 DAC、一顆運放接假負載驗證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20439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348989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24 路滿載跑 10 分鐘看溫度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297679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126229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接光偵測器與 ADC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507492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90347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最後接晶片，軟體上限鎖 1.7 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A30"/>
                </a:solidFill>
                <a:latin typeface="Microsoft JhengHei"/>
                <a:ea typeface="Microsoft JhengHei"/>
              </a:rPr>
              <a:t>全自動校正：加四顆光纖快門，不用人換光路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Microsoft JhengHei"/>
                <a:ea typeface="Microsoft JhengHei"/>
              </a:rPr>
              <a:t>碩論校正要換三次雷射輸入（4.3 節「根據畫面上的說明改變雷射的輸入通道」），這是人手動作。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1550 nm
雷射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377440"/>
            <a:ext cx="411480" cy="274320"/>
          </a:xfrm>
          <a:prstGeom prst="rightArrow">
            <a:avLst/>
          </a:prstGeom>
          <a:solidFill>
            <a:srgbClr val="5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1 × 4
耦合器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377440"/>
            <a:ext cx="411480" cy="274320"/>
          </a:xfrm>
          <a:prstGeom prst="rightArrow">
            <a:avLst/>
          </a:prstGeom>
          <a:solidFill>
            <a:srgbClr val="5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59" y="201168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20116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快門 ×4
MEMS 1×1 PM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19" y="2377440"/>
            <a:ext cx="411480" cy="274320"/>
          </a:xfrm>
          <a:prstGeom prst="rightArrow">
            <a:avLst/>
          </a:prstGeom>
          <a:solidFill>
            <a:srgbClr val="5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89719" y="201168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20116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晶片
四個輸入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08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2"/>
                </a:solidFill>
                <a:latin typeface="Microsoft JhengHei"/>
                <a:ea typeface="Microsoft JhengHei"/>
              </a:rPr>
              <a:t>Arduino D2–D5 → TTL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657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校正步驟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雷射輸入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校正的 MZI</a:t>
                      </a:r>
                    </a:p>
                  </a:txBody>
                  <a:tcPr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θ 第一、二步</a:t>
                      </a:r>
                    </a:p>
                  </a:txBody>
                  <a:tcPr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只開輸入 1</a:t>
                      </a:r>
                    </a:p>
                  </a:txBody>
                  <a:tcPr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5、3、1，再 6、4</a:t>
                      </a:r>
                    </a:p>
                  </a:txBody>
                  <a:tcPr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θ 第三步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只開輸入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φ 全部</a:t>
                      </a:r>
                    </a:p>
                  </a:txBody>
                  <a:tcPr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每顆成對開兩條</a:t>
                      </a:r>
                    </a:p>
                  </a:txBody>
                  <a:tcPr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0"/>
                          </a:solidFill>
                          <a:latin typeface="Microsoft JhengHei"/>
                          <a:ea typeface="Microsoft JhengHei"/>
                        </a:rPr>
                        <a:t>1、2，再 3，再其餘</a:t>
                      </a:r>
                    </a:p>
                  </a:txBody>
                  <a:tcPr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80960" y="3657600"/>
            <a:ext cx="3931920" cy="237744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3840480"/>
            <a:ext cx="34747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Agiltron FFSW 1×1，PM1550，含驅動板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損耗約 0.2 dB，切換 5–20 ms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Latching：切換後不耗電，少熱漂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交期約 5 週，要先訂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價格詢價中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30"/>
                </a:solidFill>
                <a:latin typeface="Microsoft JhengHei"/>
                <a:ea typeface="Microsoft JhengHei"/>
              </a:rPr>
              <a:t>目標：θ 到 φ 一支腳本跑完、無人看管。時間與重現性先實測，通過再談定期重校。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3200" b="1" dirty="0">
                <a:solidFill>
                  <a:srgbClr val="1F2A30"/>
                </a:solidFill>
                <a:latin typeface="Microsoft JhengHei"/>
                <a:ea typeface="Microsoft JhengHei"/>
              </a:rPr>
              <a:t>優點</a:t>
            </a:r>
            <a:r>
              <a:rPr sz="3200" b="1" dirty="0">
                <a:solidFill>
                  <a:srgbClr val="1F2A30"/>
                </a:solidFill>
                <a:latin typeface="Microsoft JhengHei"/>
                <a:ea typeface="Microsoft JhengHei"/>
              </a:rPr>
              <a:t>：</a:t>
            </a:r>
            <a:r>
              <a:rPr sz="3200" b="1" dirty="0" err="1">
                <a:solidFill>
                  <a:srgbClr val="1F2A30"/>
                </a:solidFill>
                <a:latin typeface="Microsoft JhengHei"/>
                <a:ea typeface="Microsoft JhengHei"/>
              </a:rPr>
              <a:t>全自動</a:t>
            </a:r>
            <a:r>
              <a:rPr lang="zh-TW" altLang="en-US" sz="3200" b="1" dirty="0">
                <a:solidFill>
                  <a:srgbClr val="1F2A30"/>
                </a:solidFill>
                <a:latin typeface="Microsoft JhengHei"/>
                <a:ea typeface="Microsoft JhengHei"/>
              </a:rPr>
              <a:t>、接法更乾淨</a:t>
            </a:r>
            <a:endParaRPr sz="3200" b="1" dirty="0">
              <a:solidFill>
                <a:srgbClr val="1F2A30"/>
              </a:solidFill>
              <a:latin typeface="Microsoft JhengHei"/>
              <a:ea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E7C7B"/>
                </a:solidFill>
                <a:latin typeface="Microsoft JhengHei"/>
                <a:ea typeface="Microsoft JhengHei"/>
              </a:rPr>
              <a:t>1 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一路推一顆加熱器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Microsoft JhengHei"/>
                <a:ea typeface="Microsoft JhengHei"/>
              </a:rPr>
              <a:t>碩論 4.2：PXI 單通道 10 mA 上限「不足以讓相位產生一個 2π 的偏移」，須兩通道並聯、共 48 路；4.3：「兩通道的施加電壓不同，進而使實驗數據產生偏差，甚至損毀元件」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E7C7B"/>
                </a:solidFill>
                <a:latin typeface="Microsoft JhengHei"/>
                <a:ea typeface="Microsoft JhengHei"/>
              </a:rPr>
              <a:t>0 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人手換光路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4663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快門切換輸入，θ</a:t>
            </a:r>
            <a:r>
              <a:rPr sz="1400" b="0" dirty="0">
                <a:solidFill>
                  <a:srgbClr val="5F6B72"/>
                </a:solidFill>
                <a:latin typeface="Microsoft JhengHei"/>
                <a:ea typeface="Microsoft JhengHei"/>
              </a:rPr>
              <a:t> 到 φ </a:t>
            </a:r>
            <a:r>
              <a:rPr sz="14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一支</a:t>
            </a:r>
            <a:r>
              <a:rPr sz="1400" b="0" dirty="0">
                <a:solidFill>
                  <a:srgbClr val="5F6B72"/>
                </a:solidFill>
                <a:latin typeface="Microsoft JhengHei"/>
                <a:ea typeface="Microsoft JhengHei"/>
              </a:rPr>
              <a:t> Python </a:t>
            </a:r>
            <a:r>
              <a:rPr sz="14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腳本跑完；控制、擬合、分析同一套程式</a:t>
            </a:r>
            <a:r>
              <a:rPr lang="zh-TW" altLang="en-US" sz="1400" dirty="0">
                <a:solidFill>
                  <a:srgbClr val="5F6B72"/>
                </a:solidFill>
                <a:latin typeface="Microsoft JhengHei"/>
                <a:ea typeface="Microsoft JhengHei"/>
              </a:rPr>
              <a:t>。</a:t>
            </a:r>
            <a:endParaRPr sz="1400" b="0" dirty="0">
              <a:solidFill>
                <a:srgbClr val="5F6B72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A30"/>
                </a:solidFill>
                <a:latin typeface="Microsoft JhengHei"/>
                <a:ea typeface="Microsoft JhengHei"/>
              </a:rPr>
              <a:t>再加一層：讓 AI 代理當校正助手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7B"/>
                </a:solidFill>
                <a:latin typeface="Microsoft JhengHei"/>
                <a:ea typeface="Microsoft JhengHei"/>
              </a:rPr>
              <a:t>腳本動手（確定性、快、便宜）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5488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掃電壓、讀光強、擬合曲線、算相位</a:t>
            </a:r>
            <a:endParaRPr sz="1500" b="0" dirty="0">
              <a:solidFill>
                <a:srgbClr val="5F6B72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1200"/>
              </a:spcAft>
            </a:pPr>
            <a:r>
              <a:rPr sz="15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載入么正矩陣後分解成</a:t>
            </a:r>
            <a:r>
              <a:rPr sz="1500" b="0" dirty="0">
                <a:solidFill>
                  <a:srgbClr val="5F6B72"/>
                </a:solidFill>
                <a:latin typeface="Microsoft JhengHei"/>
                <a:ea typeface="Microsoft JhengHei"/>
              </a:rPr>
              <a:t> 24 </a:t>
            </a:r>
            <a:r>
              <a:rPr sz="15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個相位</a:t>
            </a:r>
            <a:endParaRPr sz="1500" b="0" dirty="0">
              <a:solidFill>
                <a:srgbClr val="5F6B72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1200"/>
              </a:spcAft>
            </a:pPr>
            <a:r>
              <a:rPr sz="15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串列埠由常駐</a:t>
            </a:r>
            <a:r>
              <a:rPr sz="1500" b="0" dirty="0">
                <a:solidFill>
                  <a:srgbClr val="5F6B72"/>
                </a:solidFill>
                <a:latin typeface="Microsoft JhengHei"/>
                <a:ea typeface="Microsoft JhengHei"/>
              </a:rPr>
              <a:t> Python </a:t>
            </a:r>
            <a:r>
              <a:rPr sz="1500" b="0" dirty="0" err="1">
                <a:solidFill>
                  <a:srgbClr val="5F6B72"/>
                </a:solidFill>
                <a:latin typeface="Microsoft JhengHei"/>
                <a:ea typeface="Microsoft JhengHei"/>
              </a:rPr>
              <a:t>服務獨占</a:t>
            </a:r>
            <a:endParaRPr sz="1500" b="0" dirty="0">
              <a:solidFill>
                <a:srgbClr val="5F6B72"/>
              </a:solidFill>
              <a:latin typeface="Microsoft JhengHei"/>
              <a:ea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87A00"/>
                </a:solidFill>
                <a:latin typeface="Microsoft JhengHei"/>
                <a:ea typeface="Microsoft JhengHei"/>
              </a:rPr>
              <a:t>AI 動腦（Claude Code／Codex）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5F6B72"/>
                </a:solidFill>
                <a:latin typeface="Microsoft JhengHei"/>
                <a:ea typeface="Microsoft JhengHei"/>
              </a:rPr>
              <a:t>改腳本、改參數，直接跑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F6B72"/>
                </a:solidFill>
                <a:latin typeface="Microsoft JhengHei"/>
                <a:ea typeface="Microsoft JhengHei"/>
              </a:rPr>
              <a:t>看曲線判斷：對比不足、雙峰、漂移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F6B72"/>
                </a:solidFill>
                <a:latin typeface="Microsoft JhengHei"/>
                <a:ea typeface="Microsoft JhengHei"/>
              </a:rPr>
              <a:t>處理意外：斷線、讀值異常，自己查再重跑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F6B72"/>
                </a:solidFill>
                <a:latin typeface="Microsoft JhengHei"/>
                <a:ea typeface="Microsoft JhengHei"/>
              </a:rPr>
              <a:t>只能呼叫 run_scan／read_status／stop，碰不到串列埠與保護設定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30"/>
                </a:solidFill>
                <a:latin typeface="Microsoft JhengHei"/>
                <a:ea typeface="Microsoft JhengHei"/>
              </a:rPr>
              <a:t>一句話：和現在讓 AI 幫忙跑分析、看數據一樣，只是多一條線接到晶片。安全由硬體和死程式把關。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A30"/>
                </a:solidFill>
                <a:latin typeface="Microsoft JhengHei"/>
                <a:ea typeface="Microsoft JhengHei"/>
              </a:rPr>
              <a:t>校正方法也能升級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整條曲線擬合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S = B + A·cos(φ₀ + a·P)，橫軸用實測熱功率 P = V·I，不只挑最大最小兩點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每路回讀 V 與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10 Ω 兼感測電阻，抓短路、斷路、電阻隨溫度變化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40479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49039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熱串擾補償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逐顆小擾動量耦合矩陣 δφ ≈ K·δP，再限功率求解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0"/>
                </a:solidFill>
                <a:latin typeface="Microsoft JhengHei"/>
                <a:ea typeface="Microsoft JhengHei"/>
              </a:rPr>
              <a:t>接軌斷層掃描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9496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Microsoft JhengHei"/>
                <a:ea typeface="Microsoft JhengHei"/>
              </a:rPr>
              <a:t>四個輸出強度吻合不等於複數 U 正確；成對同調輸入掃相位才量得到相位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500</Words>
  <Application>Microsoft Office PowerPoint</Application>
  <PresentationFormat>寬螢幕</PresentationFormat>
  <Paragraphs>104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Chia Yang</cp:lastModifiedBy>
  <cp:revision>9</cp:revision>
  <dcterms:created xsi:type="dcterms:W3CDTF">2013-01-27T09:14:16Z</dcterms:created>
  <dcterms:modified xsi:type="dcterms:W3CDTF">2026-10-09T14:58:57Z</dcterms:modified>
  <cp:category/>
</cp:coreProperties>
</file>