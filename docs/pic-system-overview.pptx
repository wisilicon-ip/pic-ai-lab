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4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294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68A69F-35E0-447B-8DF5-BA41A9B03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FA7522A-F2B6-420F-B3D3-29DD0FC1B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A79A93-55A8-48FA-B971-C9370A93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3166-50BB-420D-8E61-C7BC9EA1CCAC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1099E7-C2D9-4927-A19D-027768660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B07A64-ADB1-43EE-9877-5D8A0650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7C5B-3FAF-45A4-B93A-24A09C0D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812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E96316-D427-4B0A-A3EA-693D7C71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0293E2-B89E-4F2A-A860-5BB10FA8B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D23102-4882-4A00-ADDD-0BB8AE41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3166-50BB-420D-8E61-C7BC9EA1CCAC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BE72EC-D84B-4F73-934E-B62A88CAE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7D6973-DE79-4C88-8DA6-A3EA113C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7C5B-3FAF-45A4-B93A-24A09C0D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7141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D3D804-23EE-400A-9788-3AFFAEB5C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4BEB6B-FCC5-4E15-A116-9F28F0445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828977-BEA6-4407-B7E2-C467F39B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3166-50BB-420D-8E61-C7BC9EA1CCAC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97CCA2-2ABB-42F3-903B-4F1E645AC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98CAFA-0680-4827-B19F-2E013D0F9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7C5B-3FAF-45A4-B93A-24A09C0D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955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51FA07-C95E-46E4-BC95-53D8CC00B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B3923E-ADA0-4F3C-875B-07561CAC8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16C2D0A-79BB-4778-B6D9-7FE73DE18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7FBA8CF-9B13-475D-B59C-C8755962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3166-50BB-420D-8E61-C7BC9EA1CCAC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A88A002-5E24-4138-BB54-7677DC702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E3D0312-2C12-43B6-A7B9-6998F1F5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7C5B-3FAF-45A4-B93A-24A09C0D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239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E36A06-FA9F-458B-9648-1149F0403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A2D5B6B-D6CD-406B-9F3C-FFFE4862D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78BBC6D-9BA5-4B98-A347-961D776AB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2F179C6-186D-4C70-AABC-D2732BDD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4F988D1-170B-4750-BDC9-1732C66D4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1DE100D-4BFE-4A30-AEBC-810D6C74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3166-50BB-420D-8E61-C7BC9EA1CCAC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1B0093-73A3-427B-BA67-923A21F4E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CABD1F9-34D5-4913-AFD0-0465B30F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7C5B-3FAF-45A4-B93A-24A09C0D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5786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3CEB7C-17C2-4C0E-A88A-8977436AC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58A5967-90AB-4B9E-923F-EBEDFED60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3166-50BB-420D-8E61-C7BC9EA1CCAC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4E9C83-9E36-4BB7-B096-855E731A9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A4F9030-2702-4FAD-AF93-1983D462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7C5B-3FAF-45A4-B93A-24A09C0D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202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BF041E7-67FB-42FD-959E-A541EBFAA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3166-50BB-420D-8E61-C7BC9EA1CCAC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FAB2F29-3DBD-40CC-83D6-6BCE5DB3B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A9E89B-609D-4106-BCBD-2D08CAF4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7C5B-3FAF-45A4-B93A-24A09C0D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8740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C63FFB-8272-44F2-BF78-5C945EDD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9A1164-E9D1-453D-92D2-1D9CD4939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0AFF67-D5F7-4835-8213-4DE5056BD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6CA96C1-AC77-4383-9596-F97B8D33C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3166-50BB-420D-8E61-C7BC9EA1CCAC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26BF16-9435-434F-917E-18130A5E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89CD-0481-4254-BE28-D7834F05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7C5B-3FAF-45A4-B93A-24A09C0D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694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00CA7-FBE9-4B0F-B195-0BF1ED561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C7824CA-C582-4334-A237-43ED3F6A2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A1202B-D561-499E-BB05-E3211C7E0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B99123-ABD7-4AA5-A8CC-1E9BD74AF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3166-50BB-420D-8E61-C7BC9EA1CCAC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98B213-F42F-4C61-83F6-0EF292A5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27D591-E5DB-476F-BA37-B1BA0214D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7C5B-3FAF-45A4-B93A-24A09C0D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780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741D94-B8AB-4B1D-A88E-78A713B1E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BCC7CB6-F348-4804-A605-7FCCA76C7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BE7FC0-A295-481D-B5C8-C2506414A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3166-50BB-420D-8E61-C7BC9EA1CCAC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B2AD0D-7607-400D-81EB-4055D4368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D72213-7A90-4FBF-8A9F-720613A6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7C5B-3FAF-45A4-B93A-24A09C0D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927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166A33E-F059-4C91-A733-BADC909ED6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AD7C41-CC3D-456F-9A17-2616A9607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DE353A-691D-4B9A-8A26-98DD31D5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3166-50BB-420D-8E61-C7BC9EA1CCAC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966B-49EE-48B5-9BC2-0DE34F933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7E9B29-4EC1-459C-8200-2A2609BE5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7C5B-3FAF-45A4-B93A-24A09C0D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074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D66033-06E0-423C-9F23-3E0792CEE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7D36DD7-83EB-445A-A5B2-A128A2FDC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685AE9-74FB-4449-8CCF-8A0200BED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53166-50BB-420D-8E61-C7BC9EA1CCAC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2D6920-E9C5-4F11-8598-5579D1E54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0D8479-FE1D-4E2B-966D-3973D8C05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67C5B-3FAF-45A4-B93A-24A09C0D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5458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3BF1EA1F-507D-42F4-9769-010ECBBA0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466630" y="3147206"/>
            <a:ext cx="2643747" cy="227539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29E216A9-67CD-4A59-9D99-CE47AD037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97" y="3101044"/>
            <a:ext cx="3589440" cy="358944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F9B5D2C-A3CC-48CF-A4C0-689765A4D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675" y="2110618"/>
            <a:ext cx="4320330" cy="243018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95202B7-4F4E-42C3-BEDF-89BF32836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452" y="1721010"/>
            <a:ext cx="3589440" cy="2819794"/>
          </a:xfrm>
          <a:prstGeom prst="rect">
            <a:avLst/>
          </a:prstGeom>
        </p:spPr>
      </p:pic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52861B00-DEB1-4E9E-9619-C3DD3E47141D}"/>
              </a:ext>
            </a:extLst>
          </p:cNvPr>
          <p:cNvSpPr/>
          <p:nvPr/>
        </p:nvSpPr>
        <p:spPr>
          <a:xfrm>
            <a:off x="6557468" y="3476235"/>
            <a:ext cx="940267" cy="125835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2492B99-AB95-4C3A-A2A1-FBB7A03ABD76}"/>
              </a:ext>
            </a:extLst>
          </p:cNvPr>
          <p:cNvSpPr/>
          <p:nvPr/>
        </p:nvSpPr>
        <p:spPr>
          <a:xfrm>
            <a:off x="8813192" y="1721010"/>
            <a:ext cx="1540723" cy="527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F8FA68BC-072E-4B5C-8CFD-D6C5566C61A1}"/>
              </a:ext>
            </a:extLst>
          </p:cNvPr>
          <p:cNvCxnSpPr/>
          <p:nvPr/>
        </p:nvCxnSpPr>
        <p:spPr>
          <a:xfrm>
            <a:off x="9323665" y="3563225"/>
            <a:ext cx="364193" cy="20133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A1FFE1E0-0404-49C6-93AA-628AE6282B96}"/>
              </a:ext>
            </a:extLst>
          </p:cNvPr>
          <p:cNvSpPr/>
          <p:nvPr/>
        </p:nvSpPr>
        <p:spPr>
          <a:xfrm>
            <a:off x="6719335" y="2013929"/>
            <a:ext cx="881091" cy="527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66EAFBEF-6B9D-4EEE-B951-428264CA0B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 flipH="1">
            <a:off x="5369300" y="829247"/>
            <a:ext cx="813823" cy="1754898"/>
          </a:xfrm>
          <a:prstGeom prst="rect">
            <a:avLst/>
          </a:prstGeom>
        </p:spPr>
      </p:pic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5177D9E4-88C8-4F7F-B991-42F6753E50AD}"/>
              </a:ext>
            </a:extLst>
          </p:cNvPr>
          <p:cNvCxnSpPr>
            <a:cxnSpLocks/>
            <a:stCxn id="20" idx="0"/>
          </p:cNvCxnSpPr>
          <p:nvPr/>
        </p:nvCxnSpPr>
        <p:spPr>
          <a:xfrm>
            <a:off x="6653661" y="1706696"/>
            <a:ext cx="940520" cy="842299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A52E2BA-8D76-4460-9068-8F23AB26B5FE}"/>
              </a:ext>
            </a:extLst>
          </p:cNvPr>
          <p:cNvSpPr/>
          <p:nvPr/>
        </p:nvSpPr>
        <p:spPr>
          <a:xfrm>
            <a:off x="65756" y="5999648"/>
            <a:ext cx="3969349" cy="7271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C1F7CDB-DD98-4D6E-A3F8-FE3EA34616CD}"/>
              </a:ext>
            </a:extLst>
          </p:cNvPr>
          <p:cNvSpPr txBox="1"/>
          <p:nvPr/>
        </p:nvSpPr>
        <p:spPr>
          <a:xfrm>
            <a:off x="4769724" y="4216996"/>
            <a:ext cx="806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rgbClr val="C00000"/>
                </a:solidFill>
              </a:rPr>
              <a:t>DAC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D38A4DA-A11C-4BD2-B308-CFBF7CB99108}"/>
              </a:ext>
            </a:extLst>
          </p:cNvPr>
          <p:cNvSpPr txBox="1"/>
          <p:nvPr/>
        </p:nvSpPr>
        <p:spPr>
          <a:xfrm>
            <a:off x="7470337" y="4009768"/>
            <a:ext cx="662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rgbClr val="C00000"/>
                </a:solidFill>
              </a:rPr>
              <a:t>PIC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255AA14-26AF-4E2C-994E-038B3CADB084}"/>
              </a:ext>
            </a:extLst>
          </p:cNvPr>
          <p:cNvSpPr txBox="1"/>
          <p:nvPr/>
        </p:nvSpPr>
        <p:spPr>
          <a:xfrm>
            <a:off x="10353915" y="5502740"/>
            <a:ext cx="601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rgbClr val="C00000"/>
                </a:solidFill>
              </a:rPr>
              <a:t>PD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973C5DC-33B9-4162-92D8-7D14DC190BB6}"/>
              </a:ext>
            </a:extLst>
          </p:cNvPr>
          <p:cNvSpPr/>
          <p:nvPr/>
        </p:nvSpPr>
        <p:spPr>
          <a:xfrm>
            <a:off x="450589" y="5687419"/>
            <a:ext cx="486502" cy="302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E9A0CAC2-69DE-4104-B801-5DD169880001}"/>
              </a:ext>
            </a:extLst>
          </p:cNvPr>
          <p:cNvSpPr txBox="1"/>
          <p:nvPr/>
        </p:nvSpPr>
        <p:spPr>
          <a:xfrm>
            <a:off x="643357" y="6263499"/>
            <a:ext cx="20792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</a:rPr>
              <a:t>ADC_1 (from Arduino)</a:t>
            </a:r>
            <a:endParaRPr lang="zh-TW" altLang="en-US" sz="1600" b="1" dirty="0">
              <a:solidFill>
                <a:srgbClr val="C00000"/>
              </a:solidFill>
            </a:endParaRPr>
          </a:p>
        </p:txBody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id="{B5104BC9-2D97-424D-8052-1FF7E892F43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7540" y="4890474"/>
            <a:ext cx="1581433" cy="1196693"/>
          </a:xfrm>
          <a:prstGeom prst="rect">
            <a:avLst/>
          </a:prstGeom>
        </p:spPr>
      </p:pic>
      <p:sp>
        <p:nvSpPr>
          <p:cNvPr id="47" name="文字方塊 46">
            <a:extLst>
              <a:ext uri="{FF2B5EF4-FFF2-40B4-BE49-F238E27FC236}">
                <a16:creationId xmlns:a16="http://schemas.microsoft.com/office/drawing/2014/main" id="{F0EC6901-AEA3-4966-93B9-9A11B33853F7}"/>
              </a:ext>
            </a:extLst>
          </p:cNvPr>
          <p:cNvSpPr txBox="1"/>
          <p:nvPr/>
        </p:nvSpPr>
        <p:spPr>
          <a:xfrm>
            <a:off x="6457584" y="4564332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</a:rPr>
              <a:t>ADC_2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273A74F0-2527-415E-92A9-4C286CAB2E37}"/>
              </a:ext>
            </a:extLst>
          </p:cNvPr>
          <p:cNvSpPr/>
          <p:nvPr/>
        </p:nvSpPr>
        <p:spPr>
          <a:xfrm>
            <a:off x="7197754" y="2277549"/>
            <a:ext cx="599963" cy="516687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E0B1D9D8-4889-4715-8242-9615B25F7157}"/>
              </a:ext>
            </a:extLst>
          </p:cNvPr>
          <p:cNvSpPr/>
          <p:nvPr/>
        </p:nvSpPr>
        <p:spPr>
          <a:xfrm>
            <a:off x="9056384" y="3328490"/>
            <a:ext cx="599963" cy="516687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74F58448-0B38-4F64-9BF4-4D39A2B6DD3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981" y="442519"/>
            <a:ext cx="2405996" cy="1835030"/>
          </a:xfrm>
          <a:prstGeom prst="rect">
            <a:avLst/>
          </a:prstGeom>
        </p:spPr>
      </p:pic>
      <p:cxnSp>
        <p:nvCxnSpPr>
          <p:cNvPr id="56" name="接點: 肘形 55">
            <a:extLst>
              <a:ext uri="{FF2B5EF4-FFF2-40B4-BE49-F238E27FC236}">
                <a16:creationId xmlns:a16="http://schemas.microsoft.com/office/drawing/2014/main" id="{01429129-16C4-4466-8F1B-896E98F4BAAB}"/>
              </a:ext>
            </a:extLst>
          </p:cNvPr>
          <p:cNvCxnSpPr>
            <a:stCxn id="54" idx="2"/>
            <a:endCxn id="4" idx="0"/>
          </p:cNvCxnSpPr>
          <p:nvPr/>
        </p:nvCxnSpPr>
        <p:spPr>
          <a:xfrm rot="16200000" flipH="1">
            <a:off x="1251501" y="2443027"/>
            <a:ext cx="823495" cy="492538"/>
          </a:xfrm>
          <a:prstGeom prst="bentConnector3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46001B80-BD3D-41E6-8620-6547F72B97F0}"/>
              </a:ext>
            </a:extLst>
          </p:cNvPr>
          <p:cNvSpPr txBox="1"/>
          <p:nvPr/>
        </p:nvSpPr>
        <p:spPr>
          <a:xfrm>
            <a:off x="2600772" y="5627539"/>
            <a:ext cx="2234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70C0"/>
                </a:solidFill>
              </a:rPr>
              <a:t>Arduino GIGA R1 </a:t>
            </a:r>
            <a:r>
              <a:rPr lang="en-US" altLang="zh-TW" sz="1600" b="1" dirty="0" err="1">
                <a:solidFill>
                  <a:srgbClr val="0070C0"/>
                </a:solidFill>
              </a:rPr>
              <a:t>WiFi</a:t>
            </a:r>
            <a:endParaRPr lang="zh-TW" altLang="en-US" sz="1600" b="1" dirty="0">
              <a:solidFill>
                <a:srgbClr val="0070C0"/>
              </a:solidFill>
            </a:endParaRPr>
          </a:p>
        </p:txBody>
      </p:sp>
      <p:pic>
        <p:nvPicPr>
          <p:cNvPr id="61" name="圖片 60">
            <a:extLst>
              <a:ext uri="{FF2B5EF4-FFF2-40B4-BE49-F238E27FC236}">
                <a16:creationId xmlns:a16="http://schemas.microsoft.com/office/drawing/2014/main" id="{CF7468E4-7FA7-449B-BE98-4CDCC3AAD1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209276">
            <a:off x="9890718" y="1758895"/>
            <a:ext cx="1694664" cy="1180780"/>
          </a:xfrm>
          <a:prstGeom prst="rect">
            <a:avLst/>
          </a:prstGeom>
        </p:spPr>
      </p:pic>
      <p:sp>
        <p:nvSpPr>
          <p:cNvPr id="65" name="箭號: 向下 64">
            <a:extLst>
              <a:ext uri="{FF2B5EF4-FFF2-40B4-BE49-F238E27FC236}">
                <a16:creationId xmlns:a16="http://schemas.microsoft.com/office/drawing/2014/main" id="{1C7E024F-A795-45A4-B880-EB2A744B21F3}"/>
              </a:ext>
            </a:extLst>
          </p:cNvPr>
          <p:cNvSpPr/>
          <p:nvPr/>
        </p:nvSpPr>
        <p:spPr>
          <a:xfrm rot="10800000">
            <a:off x="10377938" y="2794236"/>
            <a:ext cx="173268" cy="342668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1" name="接點: 肘形 70">
            <a:extLst>
              <a:ext uri="{FF2B5EF4-FFF2-40B4-BE49-F238E27FC236}">
                <a16:creationId xmlns:a16="http://schemas.microsoft.com/office/drawing/2014/main" id="{E2428D1A-200B-4848-9B54-0F35559EE3F2}"/>
              </a:ext>
            </a:extLst>
          </p:cNvPr>
          <p:cNvCxnSpPr>
            <a:cxnSpLocks/>
            <a:stCxn id="61" idx="3"/>
            <a:endCxn id="89" idx="3"/>
          </p:cNvCxnSpPr>
          <p:nvPr/>
        </p:nvCxnSpPr>
        <p:spPr>
          <a:xfrm flipH="1">
            <a:off x="9263694" y="2253187"/>
            <a:ext cx="2316221" cy="4010312"/>
          </a:xfrm>
          <a:prstGeom prst="bentConnector3">
            <a:avLst>
              <a:gd name="adj1" fmla="val -1891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: 圓角 88">
            <a:extLst>
              <a:ext uri="{FF2B5EF4-FFF2-40B4-BE49-F238E27FC236}">
                <a16:creationId xmlns:a16="http://schemas.microsoft.com/office/drawing/2014/main" id="{7ED7C14B-01D0-435F-9CD4-A1B31D1B541C}"/>
              </a:ext>
            </a:extLst>
          </p:cNvPr>
          <p:cNvSpPr/>
          <p:nvPr/>
        </p:nvSpPr>
        <p:spPr>
          <a:xfrm>
            <a:off x="8276931" y="5899910"/>
            <a:ext cx="986763" cy="727178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麵包板</a:t>
            </a:r>
          </a:p>
        </p:txBody>
      </p:sp>
      <p:cxnSp>
        <p:nvCxnSpPr>
          <p:cNvPr id="93" name="接點: 肘形 92">
            <a:extLst>
              <a:ext uri="{FF2B5EF4-FFF2-40B4-BE49-F238E27FC236}">
                <a16:creationId xmlns:a16="http://schemas.microsoft.com/office/drawing/2014/main" id="{863A9CA4-10C0-4237-9BB2-169CFE567D62}"/>
              </a:ext>
            </a:extLst>
          </p:cNvPr>
          <p:cNvCxnSpPr>
            <a:stCxn id="10" idx="2"/>
            <a:endCxn id="89" idx="0"/>
          </p:cNvCxnSpPr>
          <p:nvPr/>
        </p:nvCxnSpPr>
        <p:spPr>
          <a:xfrm rot="16200000" flipH="1">
            <a:off x="7973189" y="5102786"/>
            <a:ext cx="1359106" cy="235141"/>
          </a:xfrm>
          <a:prstGeom prst="bentConnector3">
            <a:avLst>
              <a:gd name="adj1" fmla="val 42256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接點: 肘形 94">
            <a:extLst>
              <a:ext uri="{FF2B5EF4-FFF2-40B4-BE49-F238E27FC236}">
                <a16:creationId xmlns:a16="http://schemas.microsoft.com/office/drawing/2014/main" id="{A17255B9-10CD-46C8-B48D-A9B55CFECAE4}"/>
              </a:ext>
            </a:extLst>
          </p:cNvPr>
          <p:cNvCxnSpPr>
            <a:stCxn id="89" idx="1"/>
            <a:endCxn id="46" idx="3"/>
          </p:cNvCxnSpPr>
          <p:nvPr/>
        </p:nvCxnSpPr>
        <p:spPr>
          <a:xfrm rot="10800000">
            <a:off x="7288973" y="5488821"/>
            <a:ext cx="987958" cy="774678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接點: 肘形 99">
            <a:extLst>
              <a:ext uri="{FF2B5EF4-FFF2-40B4-BE49-F238E27FC236}">
                <a16:creationId xmlns:a16="http://schemas.microsoft.com/office/drawing/2014/main" id="{6957A9FC-A98C-4849-8E19-C36EC1FD4366}"/>
              </a:ext>
            </a:extLst>
          </p:cNvPr>
          <p:cNvCxnSpPr>
            <a:stCxn id="89" idx="1"/>
            <a:endCxn id="37" idx="2"/>
          </p:cNvCxnSpPr>
          <p:nvPr/>
        </p:nvCxnSpPr>
        <p:spPr>
          <a:xfrm rot="10800000">
            <a:off x="693841" y="5989621"/>
            <a:ext cx="7583091" cy="27387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圖片 101">
            <a:extLst>
              <a:ext uri="{FF2B5EF4-FFF2-40B4-BE49-F238E27FC236}">
                <a16:creationId xmlns:a16="http://schemas.microsoft.com/office/drawing/2014/main" id="{B5163D8E-F25B-410B-A80C-4F6BC6ADADA8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5553" y="293881"/>
            <a:ext cx="1631628" cy="1983667"/>
          </a:xfrm>
          <a:prstGeom prst="rect">
            <a:avLst/>
          </a:prstGeom>
        </p:spPr>
      </p:pic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A332F83B-2FA3-43D6-8BC1-4C81BBA604CA}"/>
              </a:ext>
            </a:extLst>
          </p:cNvPr>
          <p:cNvSpPr txBox="1"/>
          <p:nvPr/>
        </p:nvSpPr>
        <p:spPr>
          <a:xfrm>
            <a:off x="3008449" y="1000962"/>
            <a:ext cx="794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Power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60V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8C667CD4-8C36-49D5-A707-9642DE798357}"/>
              </a:ext>
            </a:extLst>
          </p:cNvPr>
          <p:cNvSpPr/>
          <p:nvPr/>
        </p:nvSpPr>
        <p:spPr>
          <a:xfrm>
            <a:off x="4222653" y="2427436"/>
            <a:ext cx="625046" cy="3407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2" name="接點: 肘形 111">
            <a:extLst>
              <a:ext uri="{FF2B5EF4-FFF2-40B4-BE49-F238E27FC236}">
                <a16:creationId xmlns:a16="http://schemas.microsoft.com/office/drawing/2014/main" id="{EDE1E372-52DD-4CD9-B390-A98F0F374FBC}"/>
              </a:ext>
            </a:extLst>
          </p:cNvPr>
          <p:cNvCxnSpPr>
            <a:cxnSpLocks/>
            <a:stCxn id="102" idx="2"/>
            <a:endCxn id="108" idx="1"/>
          </p:cNvCxnSpPr>
          <p:nvPr/>
        </p:nvCxnSpPr>
        <p:spPr>
          <a:xfrm rot="16200000" flipH="1">
            <a:off x="3821880" y="2197035"/>
            <a:ext cx="320260" cy="48128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>
            <a:extLst>
              <a:ext uri="{FF2B5EF4-FFF2-40B4-BE49-F238E27FC236}">
                <a16:creationId xmlns:a16="http://schemas.microsoft.com/office/drawing/2014/main" id="{042EE451-C301-46C2-86AC-3E48E69069DC}"/>
              </a:ext>
            </a:extLst>
          </p:cNvPr>
          <p:cNvCxnSpPr>
            <a:cxnSpLocks/>
          </p:cNvCxnSpPr>
          <p:nvPr/>
        </p:nvCxnSpPr>
        <p:spPr>
          <a:xfrm>
            <a:off x="3356605" y="4138056"/>
            <a:ext cx="944823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接點: 肘形 127">
            <a:extLst>
              <a:ext uri="{FF2B5EF4-FFF2-40B4-BE49-F238E27FC236}">
                <a16:creationId xmlns:a16="http://schemas.microsoft.com/office/drawing/2014/main" id="{103A55E6-8D9F-4FAB-81E1-BD7A8A453C35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3355911" y="4292128"/>
            <a:ext cx="2351629" cy="1196693"/>
          </a:xfrm>
          <a:prstGeom prst="bentConnector3">
            <a:avLst>
              <a:gd name="adj1" fmla="val 20348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61705A57-4A41-4140-B44E-4FF2E2E1C82C}"/>
              </a:ext>
            </a:extLst>
          </p:cNvPr>
          <p:cNvSpPr txBox="1"/>
          <p:nvPr/>
        </p:nvSpPr>
        <p:spPr>
          <a:xfrm>
            <a:off x="3350134" y="3808051"/>
            <a:ext cx="652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FFC000"/>
                </a:solidFill>
              </a:rPr>
              <a:t>SPI_1</a:t>
            </a:r>
            <a:endParaRPr lang="zh-TW" altLang="en-US" sz="1600" b="1" dirty="0">
              <a:solidFill>
                <a:srgbClr val="FFC000"/>
              </a:solidFill>
            </a:endParaRP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5261FCF3-C740-4644-B7F6-8BEEF39E16CF}"/>
              </a:ext>
            </a:extLst>
          </p:cNvPr>
          <p:cNvSpPr txBox="1"/>
          <p:nvPr/>
        </p:nvSpPr>
        <p:spPr>
          <a:xfrm>
            <a:off x="4599306" y="5133501"/>
            <a:ext cx="652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FFC000"/>
                </a:solidFill>
              </a:rPr>
              <a:t>SPI_2</a:t>
            </a:r>
            <a:endParaRPr lang="zh-TW" altLang="en-US" sz="1600" b="1" dirty="0">
              <a:solidFill>
                <a:srgbClr val="FFC000"/>
              </a:solidFill>
            </a:endParaRPr>
          </a:p>
        </p:txBody>
      </p:sp>
      <p:sp>
        <p:nvSpPr>
          <p:cNvPr id="136" name="箭號: 向右 135">
            <a:extLst>
              <a:ext uri="{FF2B5EF4-FFF2-40B4-BE49-F238E27FC236}">
                <a16:creationId xmlns:a16="http://schemas.microsoft.com/office/drawing/2014/main" id="{61F616F4-D23C-40C4-92FE-2AF57AAA426F}"/>
              </a:ext>
            </a:extLst>
          </p:cNvPr>
          <p:cNvSpPr/>
          <p:nvPr/>
        </p:nvSpPr>
        <p:spPr>
          <a:xfrm>
            <a:off x="6557467" y="3860406"/>
            <a:ext cx="1346236" cy="125835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7" name="箭號: 向右 136">
            <a:extLst>
              <a:ext uri="{FF2B5EF4-FFF2-40B4-BE49-F238E27FC236}">
                <a16:creationId xmlns:a16="http://schemas.microsoft.com/office/drawing/2014/main" id="{89F8AB00-43B1-45D5-AC76-230FA21A10ED}"/>
              </a:ext>
            </a:extLst>
          </p:cNvPr>
          <p:cNvSpPr/>
          <p:nvPr/>
        </p:nvSpPr>
        <p:spPr>
          <a:xfrm>
            <a:off x="6555032" y="3093532"/>
            <a:ext cx="549660" cy="137462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6844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C9943794-C559-490E-9D59-AC28642C7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65" y="179949"/>
            <a:ext cx="4450093" cy="356133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A0437EE-F630-48DD-8B2E-33DA58B0782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9404" y="179949"/>
            <a:ext cx="4580231" cy="649349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2F332D8-E031-4FB7-905D-9BCDBBADE10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1560" y="167574"/>
            <a:ext cx="3491874" cy="441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7151821-1298-4B42-A157-BE4E5AF71FC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337" y="1850609"/>
            <a:ext cx="4561113" cy="447049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422A1DA-04CC-44EC-A9B8-E8B29630D01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8490" y="843622"/>
            <a:ext cx="3196306" cy="222706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4A3DD85-CBC6-4D0E-BB91-5AF46EFD5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457" y="3379084"/>
            <a:ext cx="2664339" cy="197528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B522E5B-9EA7-44E4-9596-0B0F69EE6CD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7384" y="3379084"/>
            <a:ext cx="3091942" cy="234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744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317C2A4C-1263-4B1A-8D5C-E692CDFC7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463" y="3250501"/>
            <a:ext cx="4621749" cy="334571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D401396-71C7-4C87-898E-BA40F5E5460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3144" y="261789"/>
            <a:ext cx="5835326" cy="578001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6464C23-D30B-4034-9827-BE4EFE8E469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4463" y="261789"/>
            <a:ext cx="4621749" cy="3491791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2B2E13C7-4CF2-4C6E-B8C3-512386ED025B}"/>
              </a:ext>
            </a:extLst>
          </p:cNvPr>
          <p:cNvSpPr txBox="1"/>
          <p:nvPr/>
        </p:nvSpPr>
        <p:spPr>
          <a:xfrm>
            <a:off x="7324463" y="261789"/>
            <a:ext cx="1385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</a:rPr>
              <a:t>光纖跳線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85832C8-A8EE-4A03-A20A-CAA6CF27CA0B}"/>
              </a:ext>
            </a:extLst>
          </p:cNvPr>
          <p:cNvSpPr txBox="1"/>
          <p:nvPr/>
        </p:nvSpPr>
        <p:spPr>
          <a:xfrm>
            <a:off x="1333144" y="6041804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光纖 轉接頭</a:t>
            </a:r>
          </a:p>
        </p:txBody>
      </p:sp>
    </p:spTree>
    <p:extLst>
      <p:ext uri="{BB962C8B-B14F-4D97-AF65-F5344CB8AC3E}">
        <p14:creationId xmlns:p14="http://schemas.microsoft.com/office/powerpoint/2010/main" val="2905907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33</Words>
  <Application>Microsoft Office PowerPoint</Application>
  <PresentationFormat>寬螢幕</PresentationFormat>
  <Paragraphs>13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Hans Yang</dc:creator>
  <cp:lastModifiedBy>Hans Yang</cp:lastModifiedBy>
  <cp:revision>17</cp:revision>
  <dcterms:created xsi:type="dcterms:W3CDTF">2026-10-09T13:38:34Z</dcterms:created>
  <dcterms:modified xsi:type="dcterms:W3CDTF">2026-10-09T14:36:41Z</dcterms:modified>
</cp:coreProperties>
</file>